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Exemple de diaporama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Modèle à remplacer par votre présentation (PPTX)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